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Inter Tight Medium"/>
      <p:regular r:id="rId20"/>
      <p:bold r:id="rId21"/>
      <p:italic r:id="rId22"/>
      <p:boldItalic r:id="rId23"/>
    </p:embeddedFont>
    <p:embeddedFont>
      <p:font typeface="EB Garamond SemiBold"/>
      <p:regular r:id="rId24"/>
      <p:bold r:id="rId25"/>
      <p:italic r:id="rId26"/>
      <p:boldItalic r:id="rId27"/>
    </p:embeddedFont>
    <p:embeddedFont>
      <p:font typeface="Inter Tight"/>
      <p:regular r:id="rId28"/>
      <p:bold r:id="rId29"/>
      <p:italic r:id="rId30"/>
      <p:boldItalic r:id="rId31"/>
    </p:embeddedFont>
    <p:embeddedFont>
      <p:font typeface="Merriweather SemiBold"/>
      <p:regular r:id="rId32"/>
      <p:bold r:id="rId33"/>
      <p:italic r:id="rId34"/>
      <p:boldItalic r:id="rId35"/>
    </p:embeddedFont>
    <p:embeddedFont>
      <p:font typeface="Inter Tight SemiBold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TightMedium-regular.fntdata"/><Relationship Id="rId22" Type="http://schemas.openxmlformats.org/officeDocument/2006/relationships/font" Target="fonts/InterTightMedium-italic.fntdata"/><Relationship Id="rId21" Type="http://schemas.openxmlformats.org/officeDocument/2006/relationships/font" Target="fonts/InterTightMedium-bold.fntdata"/><Relationship Id="rId24" Type="http://schemas.openxmlformats.org/officeDocument/2006/relationships/font" Target="fonts/EBGaramondSemiBold-regular.fntdata"/><Relationship Id="rId23" Type="http://schemas.openxmlformats.org/officeDocument/2006/relationships/font" Target="fonts/InterTightMedium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EBGaramondSemiBold-italic.fntdata"/><Relationship Id="rId25" Type="http://schemas.openxmlformats.org/officeDocument/2006/relationships/font" Target="fonts/EBGaramondSemiBold-bold.fntdata"/><Relationship Id="rId28" Type="http://schemas.openxmlformats.org/officeDocument/2006/relationships/font" Target="fonts/InterTight-regular.fntdata"/><Relationship Id="rId27" Type="http://schemas.openxmlformats.org/officeDocument/2006/relationships/font" Target="fonts/EBGaramond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Tigh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Tight-boldItalic.fntdata"/><Relationship Id="rId30" Type="http://schemas.openxmlformats.org/officeDocument/2006/relationships/font" Target="fonts/InterTight-italic.fntdata"/><Relationship Id="rId11" Type="http://schemas.openxmlformats.org/officeDocument/2006/relationships/slide" Target="slides/slide6.xml"/><Relationship Id="rId33" Type="http://schemas.openxmlformats.org/officeDocument/2006/relationships/font" Target="fonts/MerriweatherSemiBold-bold.fntdata"/><Relationship Id="rId10" Type="http://schemas.openxmlformats.org/officeDocument/2006/relationships/slide" Target="slides/slide5.xml"/><Relationship Id="rId32" Type="http://schemas.openxmlformats.org/officeDocument/2006/relationships/font" Target="fonts/MerriweatherSemiBold-regular.fntdata"/><Relationship Id="rId13" Type="http://schemas.openxmlformats.org/officeDocument/2006/relationships/slide" Target="slides/slide8.xml"/><Relationship Id="rId35" Type="http://schemas.openxmlformats.org/officeDocument/2006/relationships/font" Target="fonts/MerriweatherSemiBold-boldItalic.fntdata"/><Relationship Id="rId12" Type="http://schemas.openxmlformats.org/officeDocument/2006/relationships/slide" Target="slides/slide7.xml"/><Relationship Id="rId34" Type="http://schemas.openxmlformats.org/officeDocument/2006/relationships/font" Target="fonts/MerriweatherSemiBold-italic.fntdata"/><Relationship Id="rId15" Type="http://schemas.openxmlformats.org/officeDocument/2006/relationships/slide" Target="slides/slide10.xml"/><Relationship Id="rId37" Type="http://schemas.openxmlformats.org/officeDocument/2006/relationships/font" Target="fonts/InterTightSemiBold-bold.fntdata"/><Relationship Id="rId14" Type="http://schemas.openxmlformats.org/officeDocument/2006/relationships/slide" Target="slides/slide9.xml"/><Relationship Id="rId36" Type="http://schemas.openxmlformats.org/officeDocument/2006/relationships/font" Target="fonts/InterTightSemiBold-regular.fntdata"/><Relationship Id="rId17" Type="http://schemas.openxmlformats.org/officeDocument/2006/relationships/slide" Target="slides/slide12.xml"/><Relationship Id="rId39" Type="http://schemas.openxmlformats.org/officeDocument/2006/relationships/font" Target="fonts/InterTightSemiBold-boldItalic.fntdata"/><Relationship Id="rId16" Type="http://schemas.openxmlformats.org/officeDocument/2006/relationships/slide" Target="slides/slide11.xml"/><Relationship Id="rId38" Type="http://schemas.openxmlformats.org/officeDocument/2006/relationships/font" Target="fonts/InterTightSemiBold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8474466a31_4_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8474466a31_4_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a298e98b0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a298e98b0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a298e98b06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a298e98b06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a298e98b06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a298e98b06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a298e98b06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a298e98b06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a298e98b06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a298e98b06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a298e98b06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a298e98b06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a298e98b06_0_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a298e98b06_0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a298e98b06_0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a298e98b06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a298e98b06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a298e98b06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a298e98b06_0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a298e98b06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a298e98b06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a298e98b06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a08787dc9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a08787dc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8dda5dbb02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8dda5dbb0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 rot="299808">
            <a:off x="124383" y="-559521"/>
            <a:ext cx="8900029" cy="6258229"/>
            <a:chOff x="124223" y="-559280"/>
            <a:chExt cx="8900025" cy="6258226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124223" y="-78561"/>
              <a:ext cx="8900025" cy="5296800"/>
              <a:chOff x="124223" y="-78561"/>
              <a:chExt cx="8900025" cy="5296800"/>
            </a:xfrm>
          </p:grpSpPr>
          <p:sp>
            <p:nvSpPr>
              <p:cNvPr id="12" name="Google Shape;12;p2"/>
              <p:cNvSpPr/>
              <p:nvPr/>
            </p:nvSpPr>
            <p:spPr>
              <a:xfrm rot="-1623">
                <a:off x="7117071" y="2014308"/>
                <a:ext cx="1906200" cy="1875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 flipH="1" rot="-1487">
                <a:off x="124823" y="-77211"/>
                <a:ext cx="6242101" cy="5294100"/>
              </a:xfrm>
              <a:prstGeom prst="snip1Rect">
                <a:avLst>
                  <a:gd fmla="val 42486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 flipH="1" rot="10798513">
                <a:off x="2781248" y="-76291"/>
                <a:ext cx="6242401" cy="5289900"/>
              </a:xfrm>
              <a:prstGeom prst="snip1Rect">
                <a:avLst>
                  <a:gd fmla="val 42496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 rot="-1623">
                <a:off x="125118" y="1250275"/>
                <a:ext cx="1906200" cy="1875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16" name="Google Shape;16;p2"/>
            <p:cNvSpPr/>
            <p:nvPr/>
          </p:nvSpPr>
          <p:spPr>
            <a:xfrm rot="-4516116">
              <a:off x="314265" y="-331820"/>
              <a:ext cx="1871106" cy="183798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 rot="6283884">
              <a:off x="6963097" y="3633506"/>
              <a:ext cx="1871106" cy="183798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826325" y="1559575"/>
            <a:ext cx="5494800" cy="15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1826325" y="3252475"/>
            <a:ext cx="5494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_1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_3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3" name="Google Shape;53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1" name="Google Shape;61;p1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2" name="Google Shape;62;p1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3" name="Google Shape;63;p1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4" name="Google Shape;64;p1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5" name="Google Shape;65;p1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69" name="Google Shape;69;p1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7" name="Google Shape;77;p1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83" name="Google Shape;83;p1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4" name="Google Shape;84;p16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5" name="Google Shape;85;p16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" name="Google Shape;86;p16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90" name="Google Shape;90;p1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4" name="Google Shape;94;p1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5" name="Google Shape;95;p1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6" name="Google Shape;96;p1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7" name="Google Shape;97;p1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4" name="Google Shape;104;p1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1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1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7" name="Google Shape;10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9" name="Google Shape;109;p1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0" name="Google Shape;110;p1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3" name="Google Shape;113;p2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2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2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6" name="Google Shape;116;p2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7" name="Google Shape;117;p2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8" name="Google Shape;11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0" name="Google Shape;120;p2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1" name="Google Shape;121;p2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2" name="Google Shape;122;p2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8" name="Google Shape;128;p2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2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2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1" name="Google Shape;131;p2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2" name="Google Shape;132;p2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3" name="Google Shape;133;p2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4" name="Google Shape;134;p2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" name="Google Shape;135;p2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2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2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 type="secHead">
  <p:cSld name="SECTION_HEADER">
    <p:bg>
      <p:bgPr>
        <a:solidFill>
          <a:schemeClr val="l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oogle Shape;139;p23"/>
          <p:cNvGrpSpPr/>
          <p:nvPr/>
        </p:nvGrpSpPr>
        <p:grpSpPr>
          <a:xfrm>
            <a:off x="75" y="256675"/>
            <a:ext cx="3798141" cy="1190474"/>
            <a:chOff x="75" y="256675"/>
            <a:chExt cx="3798141" cy="1190474"/>
          </a:xfrm>
        </p:grpSpPr>
        <p:sp>
          <p:nvSpPr>
            <p:cNvPr id="140" name="Google Shape;140;p23"/>
            <p:cNvSpPr/>
            <p:nvPr/>
          </p:nvSpPr>
          <p:spPr>
            <a:xfrm flipH="1" rot="10800000">
              <a:off x="75" y="256675"/>
              <a:ext cx="3798000" cy="1190400"/>
            </a:xfrm>
            <a:prstGeom prst="snip1Rect">
              <a:avLst>
                <a:gd fmla="val 3510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1" name="Google Shape;141;p23"/>
            <p:cNvSpPr/>
            <p:nvPr/>
          </p:nvSpPr>
          <p:spPr>
            <a:xfrm flipH="1" rot="-10795068">
              <a:off x="3380016" y="1028349"/>
              <a:ext cx="418200" cy="4185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 </a:t>
              </a:r>
              <a:endParaRPr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142" name="Google Shape;142;p23"/>
          <p:cNvSpPr txBox="1"/>
          <p:nvPr>
            <p:ph type="title"/>
          </p:nvPr>
        </p:nvSpPr>
        <p:spPr>
          <a:xfrm>
            <a:off x="333925" y="544250"/>
            <a:ext cx="3039900" cy="7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" name="Google Shape;143;p23"/>
          <p:cNvSpPr txBox="1"/>
          <p:nvPr>
            <p:ph idx="1" type="subTitle"/>
          </p:nvPr>
        </p:nvSpPr>
        <p:spPr>
          <a:xfrm>
            <a:off x="1149126" y="2348550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44" name="Google Shape;144;p23"/>
          <p:cNvSpPr txBox="1"/>
          <p:nvPr>
            <p:ph idx="2" type="subTitle"/>
          </p:nvPr>
        </p:nvSpPr>
        <p:spPr>
          <a:xfrm>
            <a:off x="1149126" y="2802869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45" name="Google Shape;145;p23"/>
          <p:cNvSpPr txBox="1"/>
          <p:nvPr>
            <p:ph idx="3" type="subTitle"/>
          </p:nvPr>
        </p:nvSpPr>
        <p:spPr>
          <a:xfrm>
            <a:off x="1149126" y="3257187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46" name="Google Shape;146;p23"/>
          <p:cNvSpPr txBox="1"/>
          <p:nvPr>
            <p:ph idx="4" type="subTitle"/>
          </p:nvPr>
        </p:nvSpPr>
        <p:spPr>
          <a:xfrm>
            <a:off x="1149126" y="3711506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47" name="Google Shape;147;p23"/>
          <p:cNvSpPr txBox="1"/>
          <p:nvPr>
            <p:ph idx="5" type="subTitle"/>
          </p:nvPr>
        </p:nvSpPr>
        <p:spPr>
          <a:xfrm>
            <a:off x="1149126" y="4165824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48" name="Google Shape;148;p23"/>
          <p:cNvSpPr txBox="1"/>
          <p:nvPr>
            <p:ph idx="6" type="subTitle"/>
          </p:nvPr>
        </p:nvSpPr>
        <p:spPr>
          <a:xfrm>
            <a:off x="5327851" y="2348550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49" name="Google Shape;149;p23"/>
          <p:cNvSpPr txBox="1"/>
          <p:nvPr>
            <p:ph idx="7" type="subTitle"/>
          </p:nvPr>
        </p:nvSpPr>
        <p:spPr>
          <a:xfrm>
            <a:off x="5327851" y="2802869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50" name="Google Shape;150;p23"/>
          <p:cNvSpPr txBox="1"/>
          <p:nvPr>
            <p:ph idx="8" type="subTitle"/>
          </p:nvPr>
        </p:nvSpPr>
        <p:spPr>
          <a:xfrm>
            <a:off x="5327851" y="3257187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51" name="Google Shape;151;p23"/>
          <p:cNvSpPr txBox="1"/>
          <p:nvPr>
            <p:ph idx="9" type="subTitle"/>
          </p:nvPr>
        </p:nvSpPr>
        <p:spPr>
          <a:xfrm>
            <a:off x="5327851" y="3711506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52" name="Google Shape;152;p23"/>
          <p:cNvSpPr txBox="1"/>
          <p:nvPr>
            <p:ph idx="13" type="subTitle"/>
          </p:nvPr>
        </p:nvSpPr>
        <p:spPr>
          <a:xfrm>
            <a:off x="5327851" y="4165824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s" type="tx">
  <p:cSld name="TITLE_AND_BODY"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/>
          <p:nvPr>
            <p:ph idx="2" type="pic"/>
          </p:nvPr>
        </p:nvSpPr>
        <p:spPr>
          <a:xfrm rot="299990">
            <a:off x="716131" y="2331244"/>
            <a:ext cx="3686628" cy="2455534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55" name="Google Shape;155;p24"/>
          <p:cNvSpPr/>
          <p:nvPr>
            <p:ph idx="3" type="pic"/>
          </p:nvPr>
        </p:nvSpPr>
        <p:spPr>
          <a:xfrm rot="-300269">
            <a:off x="4741294" y="2331368"/>
            <a:ext cx="3686654" cy="2455534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56" name="Google Shape;156;p24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7" name="Google Shape;157;p24"/>
          <p:cNvSpPr txBox="1"/>
          <p:nvPr>
            <p:ph idx="1" type="body"/>
          </p:nvPr>
        </p:nvSpPr>
        <p:spPr>
          <a:xfrm>
            <a:off x="333925" y="1163150"/>
            <a:ext cx="84756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58" name="Google Shape;158;p24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9" name="Google Shape;159;p24"/>
          <p:cNvSpPr txBox="1"/>
          <p:nvPr>
            <p:ph idx="4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160" name="Google Shape;160;p24"/>
          <p:cNvSpPr txBox="1"/>
          <p:nvPr>
            <p:ph idx="5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">
  <p:cSld name="TITLE_AND_BODY_1">
    <p:bg>
      <p:bgPr>
        <a:solidFill>
          <a:schemeClr val="l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/>
          <p:nvPr>
            <p:ph idx="2" type="pic"/>
          </p:nvPr>
        </p:nvSpPr>
        <p:spPr>
          <a:xfrm rot="299990">
            <a:off x="716131" y="2331244"/>
            <a:ext cx="3686628" cy="2455534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63" name="Google Shape;163;p25"/>
          <p:cNvSpPr/>
          <p:nvPr>
            <p:ph idx="3" type="pic"/>
          </p:nvPr>
        </p:nvSpPr>
        <p:spPr>
          <a:xfrm rot="-300269">
            <a:off x="4741294" y="2331368"/>
            <a:ext cx="3686654" cy="2455534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64" name="Google Shape;164;p25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5" name="Google Shape;165;p25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25"/>
          <p:cNvSpPr txBox="1"/>
          <p:nvPr>
            <p:ph idx="1" type="subTitle"/>
          </p:nvPr>
        </p:nvSpPr>
        <p:spPr>
          <a:xfrm>
            <a:off x="381082" y="1182925"/>
            <a:ext cx="41490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167" name="Google Shape;167;p25"/>
          <p:cNvSpPr txBox="1"/>
          <p:nvPr>
            <p:ph idx="4" type="body"/>
          </p:nvPr>
        </p:nvSpPr>
        <p:spPr>
          <a:xfrm>
            <a:off x="381082" y="1521627"/>
            <a:ext cx="41490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68" name="Google Shape;168;p25"/>
          <p:cNvSpPr txBox="1"/>
          <p:nvPr>
            <p:ph idx="5" type="subTitle"/>
          </p:nvPr>
        </p:nvSpPr>
        <p:spPr>
          <a:xfrm>
            <a:off x="4566932" y="1182925"/>
            <a:ext cx="41490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169" name="Google Shape;169;p25"/>
          <p:cNvSpPr txBox="1"/>
          <p:nvPr>
            <p:ph idx="6" type="body"/>
          </p:nvPr>
        </p:nvSpPr>
        <p:spPr>
          <a:xfrm>
            <a:off x="4566932" y="1521627"/>
            <a:ext cx="41490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70" name="Google Shape;170;p25"/>
          <p:cNvSpPr txBox="1"/>
          <p:nvPr>
            <p:ph idx="7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171" name="Google Shape;171;p25"/>
          <p:cNvSpPr txBox="1"/>
          <p:nvPr>
            <p:ph idx="8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 type="twoColTx">
  <p:cSld name="TITLE_AND_TWO_COLUMNS">
    <p:bg>
      <p:bgPr>
        <a:solidFill>
          <a:schemeClr val="lt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" name="Google Shape;173;p26"/>
          <p:cNvGrpSpPr/>
          <p:nvPr/>
        </p:nvGrpSpPr>
        <p:grpSpPr>
          <a:xfrm>
            <a:off x="0" y="-444900"/>
            <a:ext cx="9144000" cy="5588500"/>
            <a:chOff x="0" y="-444900"/>
            <a:chExt cx="9144000" cy="5588500"/>
          </a:xfrm>
        </p:grpSpPr>
        <p:grpSp>
          <p:nvGrpSpPr>
            <p:cNvPr id="174" name="Google Shape;174;p26"/>
            <p:cNvGrpSpPr/>
            <p:nvPr/>
          </p:nvGrpSpPr>
          <p:grpSpPr>
            <a:xfrm>
              <a:off x="0" y="100"/>
              <a:ext cx="9144000" cy="5143500"/>
              <a:chOff x="0" y="100"/>
              <a:chExt cx="9144000" cy="5143500"/>
            </a:xfrm>
          </p:grpSpPr>
          <p:sp>
            <p:nvSpPr>
              <p:cNvPr id="175" name="Google Shape;175;p26"/>
              <p:cNvSpPr/>
              <p:nvPr/>
            </p:nvSpPr>
            <p:spPr>
              <a:xfrm>
                <a:off x="0" y="100"/>
                <a:ext cx="9144000" cy="5143500"/>
              </a:xfrm>
              <a:prstGeom prst="snip1Rect">
                <a:avLst>
                  <a:gd fmla="val 40868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176" name="Google Shape;176;p26"/>
              <p:cNvSpPr/>
              <p:nvPr/>
            </p:nvSpPr>
            <p:spPr>
              <a:xfrm rot="10800000">
                <a:off x="7036475" y="1219850"/>
                <a:ext cx="2107500" cy="1861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177" name="Google Shape;177;p26"/>
            <p:cNvSpPr/>
            <p:nvPr/>
          </p:nvSpPr>
          <p:spPr>
            <a:xfrm flipH="1" rot="4500068">
              <a:off x="7230762" y="-24804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> </a:t>
              </a:r>
              <a:endPara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178" name="Google Shape;178;p26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9" name="Google Shape;179;p26"/>
          <p:cNvSpPr txBox="1"/>
          <p:nvPr>
            <p:ph type="title"/>
          </p:nvPr>
        </p:nvSpPr>
        <p:spPr>
          <a:xfrm>
            <a:off x="2479675" y="1637413"/>
            <a:ext cx="41847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0" name="Google Shape;180;p26"/>
          <p:cNvSpPr txBox="1"/>
          <p:nvPr>
            <p:ph idx="1" type="body"/>
          </p:nvPr>
        </p:nvSpPr>
        <p:spPr>
          <a:xfrm>
            <a:off x="2479675" y="2291377"/>
            <a:ext cx="4184700" cy="22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1" name="Google Shape;181;p26"/>
          <p:cNvSpPr txBox="1"/>
          <p:nvPr>
            <p:ph idx="2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182" name="Google Shape;182;p26"/>
          <p:cNvSpPr txBox="1"/>
          <p:nvPr>
            <p:ph idx="3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" type="titleOnly">
  <p:cSld name="TITLE_ONLY">
    <p:bg>
      <p:bgPr>
        <a:solidFill>
          <a:schemeClr val="lt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/>
          <p:nvPr>
            <p:ph idx="2" type="pic"/>
          </p:nvPr>
        </p:nvSpPr>
        <p:spPr>
          <a:xfrm rot="299866">
            <a:off x="764484" y="2679783"/>
            <a:ext cx="1938771" cy="1938771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85" name="Google Shape;185;p27"/>
          <p:cNvSpPr/>
          <p:nvPr>
            <p:ph idx="3" type="pic"/>
          </p:nvPr>
        </p:nvSpPr>
        <p:spPr>
          <a:xfrm rot="-299913">
            <a:off x="3602840" y="2620826"/>
            <a:ext cx="1938472" cy="1938472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86" name="Google Shape;186;p27"/>
          <p:cNvSpPr/>
          <p:nvPr>
            <p:ph idx="4" type="pic"/>
          </p:nvPr>
        </p:nvSpPr>
        <p:spPr>
          <a:xfrm rot="299913">
            <a:off x="6440891" y="2679947"/>
            <a:ext cx="1938472" cy="1938472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87" name="Google Shape;187;p27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8" name="Google Shape;188;p27"/>
          <p:cNvSpPr txBox="1"/>
          <p:nvPr>
            <p:ph idx="1" type="subTitle"/>
          </p:nvPr>
        </p:nvSpPr>
        <p:spPr>
          <a:xfrm>
            <a:off x="381063" y="1182922"/>
            <a:ext cx="27054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189" name="Google Shape;189;p27"/>
          <p:cNvSpPr txBox="1"/>
          <p:nvPr>
            <p:ph idx="5" type="body"/>
          </p:nvPr>
        </p:nvSpPr>
        <p:spPr>
          <a:xfrm>
            <a:off x="381063" y="1521625"/>
            <a:ext cx="27054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90" name="Google Shape;190;p27"/>
          <p:cNvSpPr txBox="1"/>
          <p:nvPr>
            <p:ph idx="6" type="subTitle"/>
          </p:nvPr>
        </p:nvSpPr>
        <p:spPr>
          <a:xfrm>
            <a:off x="3219300" y="1182922"/>
            <a:ext cx="27054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191" name="Google Shape;191;p27"/>
          <p:cNvSpPr txBox="1"/>
          <p:nvPr>
            <p:ph idx="7" type="body"/>
          </p:nvPr>
        </p:nvSpPr>
        <p:spPr>
          <a:xfrm>
            <a:off x="3219300" y="1521625"/>
            <a:ext cx="27054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92" name="Google Shape;192;p27"/>
          <p:cNvSpPr txBox="1"/>
          <p:nvPr>
            <p:ph idx="8" type="subTitle"/>
          </p:nvPr>
        </p:nvSpPr>
        <p:spPr>
          <a:xfrm>
            <a:off x="6057538" y="1182922"/>
            <a:ext cx="27054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193" name="Google Shape;193;p27"/>
          <p:cNvSpPr txBox="1"/>
          <p:nvPr>
            <p:ph idx="9" type="body"/>
          </p:nvPr>
        </p:nvSpPr>
        <p:spPr>
          <a:xfrm>
            <a:off x="6057538" y="1521625"/>
            <a:ext cx="27054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94" name="Google Shape;194;p27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5" name="Google Shape;195;p27"/>
          <p:cNvSpPr txBox="1"/>
          <p:nvPr>
            <p:ph idx="13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196" name="Google Shape;196;p27"/>
          <p:cNvSpPr txBox="1"/>
          <p:nvPr>
            <p:ph idx="14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 1">
  <p:cSld name="ONE_COLUMN_TEXT">
    <p:bg>
      <p:bgPr>
        <a:solidFill>
          <a:schemeClr val="lt1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8"/>
          <p:cNvSpPr/>
          <p:nvPr>
            <p:ph idx="2" type="pic"/>
          </p:nvPr>
        </p:nvSpPr>
        <p:spPr>
          <a:xfrm>
            <a:off x="434125" y="2147825"/>
            <a:ext cx="8275200" cy="2679300"/>
          </a:xfrm>
          <a:prstGeom prst="snip1Rect">
            <a:avLst>
              <a:gd fmla="val 29467" name="adj"/>
            </a:avLst>
          </a:prstGeom>
          <a:noFill/>
          <a:ln>
            <a:noFill/>
          </a:ln>
        </p:spPr>
      </p:sp>
      <p:sp>
        <p:nvSpPr>
          <p:cNvPr id="199" name="Google Shape;199;p28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0" name="Google Shape;200;p28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1" name="Google Shape;201;p28"/>
          <p:cNvSpPr txBox="1"/>
          <p:nvPr>
            <p:ph idx="1" type="body"/>
          </p:nvPr>
        </p:nvSpPr>
        <p:spPr>
          <a:xfrm>
            <a:off x="333925" y="1163150"/>
            <a:ext cx="84756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202" name="Google Shape;202;p28"/>
          <p:cNvSpPr txBox="1"/>
          <p:nvPr>
            <p:ph idx="3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03" name="Google Shape;203;p28"/>
          <p:cNvSpPr txBox="1"/>
          <p:nvPr>
            <p:ph idx="4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73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active pop-up left">
  <p:cSld name="ONE_COLUMN_TEXT_1">
    <p:bg>
      <p:bgPr>
        <a:solidFill>
          <a:schemeClr val="lt1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29"/>
          <p:cNvGrpSpPr/>
          <p:nvPr/>
        </p:nvGrpSpPr>
        <p:grpSpPr>
          <a:xfrm>
            <a:off x="433788" y="1202208"/>
            <a:ext cx="2632899" cy="904617"/>
            <a:chOff x="433788" y="1202208"/>
            <a:chExt cx="2632899" cy="904617"/>
          </a:xfrm>
        </p:grpSpPr>
        <p:sp>
          <p:nvSpPr>
            <p:cNvPr id="206" name="Google Shape;206;p29"/>
            <p:cNvSpPr/>
            <p:nvPr/>
          </p:nvSpPr>
          <p:spPr>
            <a:xfrm>
              <a:off x="433788" y="1202325"/>
              <a:ext cx="2632800" cy="904500"/>
            </a:xfrm>
            <a:prstGeom prst="snip1Rect">
              <a:avLst>
                <a:gd fmla="val 3510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7" name="Google Shape;207;p29"/>
            <p:cNvSpPr/>
            <p:nvPr/>
          </p:nvSpPr>
          <p:spPr>
            <a:xfrm rot="-6523">
              <a:off x="2750486" y="1202508"/>
              <a:ext cx="316201" cy="3180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 </a:t>
              </a:r>
              <a:endParaRPr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08" name="Google Shape;208;p29"/>
          <p:cNvSpPr txBox="1"/>
          <p:nvPr>
            <p:ph idx="1" type="subTitle"/>
          </p:nvPr>
        </p:nvSpPr>
        <p:spPr>
          <a:xfrm>
            <a:off x="437000" y="1202200"/>
            <a:ext cx="23229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09" name="Google Shape;209;p29"/>
          <p:cNvSpPr txBox="1"/>
          <p:nvPr>
            <p:ph idx="2" type="body"/>
          </p:nvPr>
        </p:nvSpPr>
        <p:spPr>
          <a:xfrm>
            <a:off x="437000" y="1460325"/>
            <a:ext cx="26328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29"/>
          <p:cNvSpPr/>
          <p:nvPr>
            <p:ph idx="3" type="pic"/>
          </p:nvPr>
        </p:nvSpPr>
        <p:spPr>
          <a:xfrm>
            <a:off x="434125" y="2147825"/>
            <a:ext cx="8275200" cy="2679300"/>
          </a:xfrm>
          <a:prstGeom prst="snip1Rect">
            <a:avLst>
              <a:gd fmla="val 29467" name="adj"/>
            </a:avLst>
          </a:prstGeom>
          <a:noFill/>
          <a:ln>
            <a:noFill/>
          </a:ln>
        </p:spPr>
      </p:sp>
      <p:sp>
        <p:nvSpPr>
          <p:cNvPr id="211" name="Google Shape;211;p29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29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3" name="Google Shape;213;p29"/>
          <p:cNvSpPr txBox="1"/>
          <p:nvPr>
            <p:ph idx="4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14" name="Google Shape;214;p29"/>
          <p:cNvSpPr txBox="1"/>
          <p:nvPr>
            <p:ph idx="5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73">
          <p15:clr>
            <a:srgbClr val="E46962"/>
          </p15:clr>
        </p15:guide>
        <p15:guide id="2" orient="horz" pos="1353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active pop-up middle">
  <p:cSld name="ONE_COLUMN_TEXT_1_2">
    <p:bg>
      <p:bgPr>
        <a:solidFill>
          <a:schemeClr val="lt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16;p30"/>
          <p:cNvGrpSpPr/>
          <p:nvPr/>
        </p:nvGrpSpPr>
        <p:grpSpPr>
          <a:xfrm>
            <a:off x="3253950" y="1202208"/>
            <a:ext cx="2632899" cy="904617"/>
            <a:chOff x="3253950" y="1202208"/>
            <a:chExt cx="2632899" cy="904617"/>
          </a:xfrm>
        </p:grpSpPr>
        <p:sp>
          <p:nvSpPr>
            <p:cNvPr id="217" name="Google Shape;217;p30"/>
            <p:cNvSpPr/>
            <p:nvPr/>
          </p:nvSpPr>
          <p:spPr>
            <a:xfrm>
              <a:off x="3253950" y="1202325"/>
              <a:ext cx="2632800" cy="904500"/>
            </a:xfrm>
            <a:prstGeom prst="snip1Rect">
              <a:avLst>
                <a:gd fmla="val 35102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8" name="Google Shape;218;p30"/>
            <p:cNvSpPr/>
            <p:nvPr/>
          </p:nvSpPr>
          <p:spPr>
            <a:xfrm rot="-6523">
              <a:off x="5570649" y="1202508"/>
              <a:ext cx="316201" cy="3180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 </a:t>
              </a:r>
              <a:endParaRPr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19" name="Google Shape;219;p30"/>
          <p:cNvSpPr txBox="1"/>
          <p:nvPr>
            <p:ph idx="1" type="subTitle"/>
          </p:nvPr>
        </p:nvSpPr>
        <p:spPr>
          <a:xfrm>
            <a:off x="3257163" y="1202200"/>
            <a:ext cx="23229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20" name="Google Shape;220;p30"/>
          <p:cNvSpPr txBox="1"/>
          <p:nvPr>
            <p:ph idx="2" type="body"/>
          </p:nvPr>
        </p:nvSpPr>
        <p:spPr>
          <a:xfrm>
            <a:off x="3257163" y="1460325"/>
            <a:ext cx="26328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1" name="Google Shape;221;p30"/>
          <p:cNvSpPr/>
          <p:nvPr>
            <p:ph idx="3" type="pic"/>
          </p:nvPr>
        </p:nvSpPr>
        <p:spPr>
          <a:xfrm>
            <a:off x="434125" y="2147825"/>
            <a:ext cx="8275200" cy="2679300"/>
          </a:xfrm>
          <a:prstGeom prst="snip1Rect">
            <a:avLst>
              <a:gd fmla="val 29467" name="adj"/>
            </a:avLst>
          </a:prstGeom>
          <a:noFill/>
          <a:ln>
            <a:noFill/>
          </a:ln>
        </p:spPr>
      </p:sp>
      <p:sp>
        <p:nvSpPr>
          <p:cNvPr id="222" name="Google Shape;222;p30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3" name="Google Shape;223;p30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4" name="Google Shape;224;p30"/>
          <p:cNvSpPr txBox="1"/>
          <p:nvPr>
            <p:ph idx="4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25" name="Google Shape;225;p30"/>
          <p:cNvSpPr txBox="1"/>
          <p:nvPr>
            <p:ph idx="5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active pop-up right, long text">
  <p:cSld name="ONE_COLUMN_TEXT_1_1">
    <p:bg>
      <p:bgPr>
        <a:solidFill>
          <a:schemeClr val="lt1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/>
          <p:nvPr/>
        </p:nvSpPr>
        <p:spPr>
          <a:xfrm>
            <a:off x="3253825" y="1202325"/>
            <a:ext cx="5453100" cy="904500"/>
          </a:xfrm>
          <a:prstGeom prst="snip1Rect">
            <a:avLst>
              <a:gd fmla="val 35019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28" name="Google Shape;228;p31"/>
          <p:cNvSpPr txBox="1"/>
          <p:nvPr>
            <p:ph idx="1" type="subTitle"/>
          </p:nvPr>
        </p:nvSpPr>
        <p:spPr>
          <a:xfrm>
            <a:off x="3253950" y="1202200"/>
            <a:ext cx="51369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29" name="Google Shape;229;p31"/>
          <p:cNvSpPr/>
          <p:nvPr>
            <p:ph idx="2" type="pic"/>
          </p:nvPr>
        </p:nvSpPr>
        <p:spPr>
          <a:xfrm>
            <a:off x="434125" y="2147825"/>
            <a:ext cx="8275200" cy="2679300"/>
          </a:xfrm>
          <a:prstGeom prst="snip1Rect">
            <a:avLst>
              <a:gd fmla="val 29467" name="adj"/>
            </a:avLst>
          </a:prstGeom>
          <a:noFill/>
          <a:ln>
            <a:noFill/>
          </a:ln>
        </p:spPr>
      </p:sp>
      <p:sp>
        <p:nvSpPr>
          <p:cNvPr id="230" name="Google Shape;230;p31"/>
          <p:cNvSpPr txBox="1"/>
          <p:nvPr>
            <p:ph idx="3" type="body"/>
          </p:nvPr>
        </p:nvSpPr>
        <p:spPr>
          <a:xfrm>
            <a:off x="3253950" y="1460325"/>
            <a:ext cx="54531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1" name="Google Shape;231;p31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2" name="Google Shape;232;p31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3" name="Google Shape;233;p31"/>
          <p:cNvSpPr txBox="1"/>
          <p:nvPr>
            <p:ph idx="4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34" name="Google Shape;234;p31"/>
          <p:cNvSpPr txBox="1"/>
          <p:nvPr>
            <p:ph idx="5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35" name="Google Shape;235;p31"/>
          <p:cNvSpPr/>
          <p:nvPr/>
        </p:nvSpPr>
        <p:spPr>
          <a:xfrm rot="-6523">
            <a:off x="8390811" y="1202508"/>
            <a:ext cx="316201" cy="318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 </a:t>
            </a:r>
            <a:endParaRPr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CUSTOM">
    <p:bg>
      <p:bgPr>
        <a:solidFill>
          <a:schemeClr val="lt1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237;p32"/>
          <p:cNvGrpSpPr/>
          <p:nvPr/>
        </p:nvGrpSpPr>
        <p:grpSpPr>
          <a:xfrm>
            <a:off x="0" y="-444900"/>
            <a:ext cx="9144000" cy="5588500"/>
            <a:chOff x="0" y="-444900"/>
            <a:chExt cx="9144000" cy="5588500"/>
          </a:xfrm>
        </p:grpSpPr>
        <p:grpSp>
          <p:nvGrpSpPr>
            <p:cNvPr id="238" name="Google Shape;238;p32"/>
            <p:cNvGrpSpPr/>
            <p:nvPr/>
          </p:nvGrpSpPr>
          <p:grpSpPr>
            <a:xfrm>
              <a:off x="0" y="100"/>
              <a:ext cx="9144000" cy="5143500"/>
              <a:chOff x="0" y="100"/>
              <a:chExt cx="9144000" cy="5143500"/>
            </a:xfrm>
          </p:grpSpPr>
          <p:sp>
            <p:nvSpPr>
              <p:cNvPr id="239" name="Google Shape;239;p32"/>
              <p:cNvSpPr/>
              <p:nvPr/>
            </p:nvSpPr>
            <p:spPr>
              <a:xfrm>
                <a:off x="0" y="100"/>
                <a:ext cx="9144000" cy="5143500"/>
              </a:xfrm>
              <a:prstGeom prst="snip1Rect">
                <a:avLst>
                  <a:gd fmla="val 40868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240" name="Google Shape;240;p32"/>
              <p:cNvSpPr/>
              <p:nvPr/>
            </p:nvSpPr>
            <p:spPr>
              <a:xfrm rot="10800000">
                <a:off x="7036475" y="1219850"/>
                <a:ext cx="2107500" cy="1861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241" name="Google Shape;241;p32"/>
            <p:cNvSpPr/>
            <p:nvPr/>
          </p:nvSpPr>
          <p:spPr>
            <a:xfrm flipH="1" rot="4500068">
              <a:off x="7230762" y="-24804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> </a:t>
              </a:r>
              <a:endPara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242" name="Google Shape;242;p32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3" name="Google Shape;243;p32"/>
          <p:cNvSpPr txBox="1"/>
          <p:nvPr>
            <p:ph type="title"/>
          </p:nvPr>
        </p:nvSpPr>
        <p:spPr>
          <a:xfrm>
            <a:off x="2479675" y="1637413"/>
            <a:ext cx="41847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4" name="Google Shape;244;p32"/>
          <p:cNvSpPr txBox="1"/>
          <p:nvPr>
            <p:ph idx="1" type="body"/>
          </p:nvPr>
        </p:nvSpPr>
        <p:spPr>
          <a:xfrm>
            <a:off x="2479675" y="2291377"/>
            <a:ext cx="4184700" cy="22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5" name="Google Shape;245;p32"/>
          <p:cNvSpPr txBox="1"/>
          <p:nvPr>
            <p:ph idx="2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46" name="Google Shape;246;p32"/>
          <p:cNvSpPr txBox="1"/>
          <p:nvPr>
            <p:ph idx="3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 2">
  <p:cSld name="MAIN_POINT">
    <p:bg>
      <p:bgPr>
        <a:solidFill>
          <a:schemeClr val="lt1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/>
          <p:nvPr>
            <p:ph idx="2" type="pic"/>
          </p:nvPr>
        </p:nvSpPr>
        <p:spPr>
          <a:xfrm rot="300107">
            <a:off x="4903200" y="846465"/>
            <a:ext cx="3950142" cy="3456249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49" name="Google Shape;249;p33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0" name="Google Shape;250;p33"/>
          <p:cNvSpPr txBox="1"/>
          <p:nvPr>
            <p:ph type="title"/>
          </p:nvPr>
        </p:nvSpPr>
        <p:spPr>
          <a:xfrm>
            <a:off x="333925" y="1249533"/>
            <a:ext cx="3662100" cy="9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1" name="Google Shape;251;p33"/>
          <p:cNvSpPr txBox="1"/>
          <p:nvPr>
            <p:ph idx="1" type="body"/>
          </p:nvPr>
        </p:nvSpPr>
        <p:spPr>
          <a:xfrm>
            <a:off x="333925" y="2291390"/>
            <a:ext cx="36621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252" name="Google Shape;252;p33"/>
          <p:cNvSpPr txBox="1"/>
          <p:nvPr>
            <p:ph idx="3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53" name="Google Shape;253;p33"/>
          <p:cNvSpPr txBox="1"/>
          <p:nvPr>
            <p:ph idx="4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 3">
  <p:cSld name="MAIN_POINT_1">
    <p:bg>
      <p:bgPr>
        <a:solidFill>
          <a:schemeClr val="lt1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4"/>
          <p:cNvSpPr/>
          <p:nvPr>
            <p:ph idx="2" type="pic"/>
          </p:nvPr>
        </p:nvSpPr>
        <p:spPr>
          <a:xfrm rot="-300067">
            <a:off x="550589" y="883785"/>
            <a:ext cx="3630622" cy="3658027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56" name="Google Shape;256;p34"/>
          <p:cNvSpPr txBox="1"/>
          <p:nvPr>
            <p:ph idx="12" type="sldNum"/>
          </p:nvPr>
        </p:nvSpPr>
        <p:spPr>
          <a:xfrm>
            <a:off x="8318025" y="20555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7" name="Google Shape;257;p34"/>
          <p:cNvSpPr txBox="1"/>
          <p:nvPr>
            <p:ph type="title"/>
          </p:nvPr>
        </p:nvSpPr>
        <p:spPr>
          <a:xfrm>
            <a:off x="5204625" y="1249533"/>
            <a:ext cx="3662100" cy="9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8" name="Google Shape;258;p34"/>
          <p:cNvSpPr txBox="1"/>
          <p:nvPr>
            <p:ph idx="1" type="body"/>
          </p:nvPr>
        </p:nvSpPr>
        <p:spPr>
          <a:xfrm>
            <a:off x="5204625" y="2291390"/>
            <a:ext cx="36621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259" name="Google Shape;259;p34"/>
          <p:cNvSpPr txBox="1"/>
          <p:nvPr>
            <p:ph idx="3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60" name="Google Shape;260;p34"/>
          <p:cNvSpPr txBox="1"/>
          <p:nvPr>
            <p:ph idx="4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s and descriptions">
  <p:cSld name="SECTION_TITLE_AND_DESCRIPTION">
    <p:bg>
      <p:bgPr>
        <a:solidFill>
          <a:schemeClr val="lt1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5"/>
          <p:cNvSpPr/>
          <p:nvPr>
            <p:ph idx="2" type="pic"/>
          </p:nvPr>
        </p:nvSpPr>
        <p:spPr>
          <a:xfrm>
            <a:off x="3544863" y="1543050"/>
            <a:ext cx="2057400" cy="2057400"/>
          </a:xfrm>
          <a:prstGeom prst="snip1Rect">
            <a:avLst>
              <a:gd fmla="val 24426" name="adj"/>
            </a:avLst>
          </a:prstGeom>
          <a:noFill/>
          <a:ln>
            <a:noFill/>
          </a:ln>
        </p:spPr>
      </p:sp>
      <p:sp>
        <p:nvSpPr>
          <p:cNvPr id="263" name="Google Shape;263;p35"/>
          <p:cNvSpPr/>
          <p:nvPr>
            <p:ph idx="3" type="pic"/>
          </p:nvPr>
        </p:nvSpPr>
        <p:spPr>
          <a:xfrm>
            <a:off x="6658538" y="1543050"/>
            <a:ext cx="2057400" cy="2057400"/>
          </a:xfrm>
          <a:prstGeom prst="snip1Rect">
            <a:avLst>
              <a:gd fmla="val 24426" name="adj"/>
            </a:avLst>
          </a:prstGeom>
          <a:noFill/>
          <a:ln>
            <a:noFill/>
          </a:ln>
        </p:spPr>
      </p:sp>
      <p:sp>
        <p:nvSpPr>
          <p:cNvPr id="264" name="Google Shape;264;p35"/>
          <p:cNvSpPr/>
          <p:nvPr>
            <p:ph idx="4" type="pic"/>
          </p:nvPr>
        </p:nvSpPr>
        <p:spPr>
          <a:xfrm>
            <a:off x="431200" y="1543050"/>
            <a:ext cx="2057400" cy="2057400"/>
          </a:xfrm>
          <a:prstGeom prst="snip1Rect">
            <a:avLst>
              <a:gd fmla="val 24426" name="adj"/>
            </a:avLst>
          </a:prstGeom>
          <a:noFill/>
          <a:ln>
            <a:noFill/>
          </a:ln>
        </p:spPr>
      </p:sp>
      <p:sp>
        <p:nvSpPr>
          <p:cNvPr id="265" name="Google Shape;265;p35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6" name="Google Shape;266;p35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7" name="Google Shape;267;p35"/>
          <p:cNvSpPr txBox="1"/>
          <p:nvPr>
            <p:ph idx="1" type="subTitle"/>
          </p:nvPr>
        </p:nvSpPr>
        <p:spPr>
          <a:xfrm>
            <a:off x="381100" y="3676650"/>
            <a:ext cx="21075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68" name="Google Shape;268;p35"/>
          <p:cNvSpPr txBox="1"/>
          <p:nvPr>
            <p:ph idx="5" type="subTitle"/>
          </p:nvPr>
        </p:nvSpPr>
        <p:spPr>
          <a:xfrm>
            <a:off x="3494775" y="3676650"/>
            <a:ext cx="21075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69" name="Google Shape;269;p35"/>
          <p:cNvSpPr txBox="1"/>
          <p:nvPr>
            <p:ph idx="6" type="subTitle"/>
          </p:nvPr>
        </p:nvSpPr>
        <p:spPr>
          <a:xfrm>
            <a:off x="6608438" y="3676650"/>
            <a:ext cx="21075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70" name="Google Shape;270;p35"/>
          <p:cNvSpPr txBox="1"/>
          <p:nvPr>
            <p:ph idx="7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71" name="Google Shape;271;p35"/>
          <p:cNvSpPr txBox="1"/>
          <p:nvPr>
            <p:ph idx="8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wo column bullet points">
  <p:cSld name="CAPTION_ONLY">
    <p:bg>
      <p:bgPr>
        <a:solidFill>
          <a:schemeClr val="lt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3" name="Google Shape;273;p36"/>
          <p:cNvGrpSpPr/>
          <p:nvPr/>
        </p:nvGrpSpPr>
        <p:grpSpPr>
          <a:xfrm>
            <a:off x="0" y="-444900"/>
            <a:ext cx="9144000" cy="5588500"/>
            <a:chOff x="0" y="-444900"/>
            <a:chExt cx="9144000" cy="5588500"/>
          </a:xfrm>
        </p:grpSpPr>
        <p:grpSp>
          <p:nvGrpSpPr>
            <p:cNvPr id="274" name="Google Shape;274;p36"/>
            <p:cNvGrpSpPr/>
            <p:nvPr/>
          </p:nvGrpSpPr>
          <p:grpSpPr>
            <a:xfrm>
              <a:off x="0" y="100"/>
              <a:ext cx="9144000" cy="5143500"/>
              <a:chOff x="0" y="100"/>
              <a:chExt cx="9144000" cy="5143500"/>
            </a:xfrm>
          </p:grpSpPr>
          <p:sp>
            <p:nvSpPr>
              <p:cNvPr id="275" name="Google Shape;275;p36"/>
              <p:cNvSpPr/>
              <p:nvPr/>
            </p:nvSpPr>
            <p:spPr>
              <a:xfrm>
                <a:off x="0" y="100"/>
                <a:ext cx="9144000" cy="5143500"/>
              </a:xfrm>
              <a:prstGeom prst="snip1Rect">
                <a:avLst>
                  <a:gd fmla="val 40868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276" name="Google Shape;276;p36"/>
              <p:cNvSpPr/>
              <p:nvPr/>
            </p:nvSpPr>
            <p:spPr>
              <a:xfrm rot="10800000">
                <a:off x="7036475" y="1219850"/>
                <a:ext cx="2107500" cy="1861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277" name="Google Shape;277;p36"/>
            <p:cNvSpPr/>
            <p:nvPr/>
          </p:nvSpPr>
          <p:spPr>
            <a:xfrm flipH="1" rot="4500068">
              <a:off x="7230762" y="-24804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> </a:t>
              </a:r>
              <a:endPara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278" name="Google Shape;278;p36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9" name="Google Shape;279;p36"/>
          <p:cNvSpPr txBox="1"/>
          <p:nvPr>
            <p:ph type="title"/>
          </p:nvPr>
        </p:nvSpPr>
        <p:spPr>
          <a:xfrm>
            <a:off x="333925" y="1249513"/>
            <a:ext cx="3662100" cy="9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0" name="Google Shape;280;p36"/>
          <p:cNvSpPr txBox="1"/>
          <p:nvPr>
            <p:ph idx="1" type="body"/>
          </p:nvPr>
        </p:nvSpPr>
        <p:spPr>
          <a:xfrm>
            <a:off x="333925" y="2291377"/>
            <a:ext cx="3662100" cy="20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1" name="Google Shape;281;p36"/>
          <p:cNvSpPr txBox="1"/>
          <p:nvPr>
            <p:ph idx="2" type="body"/>
          </p:nvPr>
        </p:nvSpPr>
        <p:spPr>
          <a:xfrm>
            <a:off x="4595076" y="2291377"/>
            <a:ext cx="3662100" cy="20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2" name="Google Shape;282;p36"/>
          <p:cNvSpPr txBox="1"/>
          <p:nvPr>
            <p:ph idx="3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83" name="Google Shape;283;p36"/>
          <p:cNvSpPr txBox="1"/>
          <p:nvPr>
            <p:ph idx="4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eck for understanding">
  <p:cSld name="CAPTION_ONLY_1">
    <p:bg>
      <p:bgPr>
        <a:solidFill>
          <a:schemeClr val="lt1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5" name="Google Shape;285;p37"/>
          <p:cNvGrpSpPr/>
          <p:nvPr/>
        </p:nvGrpSpPr>
        <p:grpSpPr>
          <a:xfrm>
            <a:off x="0" y="-444900"/>
            <a:ext cx="9144000" cy="5588500"/>
            <a:chOff x="0" y="-444900"/>
            <a:chExt cx="9144000" cy="5588500"/>
          </a:xfrm>
        </p:grpSpPr>
        <p:sp>
          <p:nvSpPr>
            <p:cNvPr id="286" name="Google Shape;286;p37"/>
            <p:cNvSpPr/>
            <p:nvPr/>
          </p:nvSpPr>
          <p:spPr>
            <a:xfrm>
              <a:off x="0" y="100"/>
              <a:ext cx="9144000" cy="5143500"/>
            </a:xfrm>
            <a:prstGeom prst="snip1Rect">
              <a:avLst>
                <a:gd fmla="val 4086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87" name="Google Shape;287;p37"/>
            <p:cNvSpPr/>
            <p:nvPr/>
          </p:nvSpPr>
          <p:spPr>
            <a:xfrm rot="10800000">
              <a:off x="7036475" y="1219850"/>
              <a:ext cx="2107500" cy="186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88" name="Google Shape;288;p37"/>
            <p:cNvSpPr/>
            <p:nvPr/>
          </p:nvSpPr>
          <p:spPr>
            <a:xfrm flipH="1" rot="4500068">
              <a:off x="7230762" y="-24804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> </a:t>
              </a:r>
              <a:endPara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289" name="Google Shape;289;p37"/>
          <p:cNvSpPr txBox="1"/>
          <p:nvPr>
            <p:ph idx="1" type="body"/>
          </p:nvPr>
        </p:nvSpPr>
        <p:spPr>
          <a:xfrm>
            <a:off x="333925" y="3630575"/>
            <a:ext cx="67908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0" name="Google Shape;290;p37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1" name="Google Shape;291;p37"/>
          <p:cNvSpPr txBox="1"/>
          <p:nvPr>
            <p:ph type="title"/>
          </p:nvPr>
        </p:nvSpPr>
        <p:spPr>
          <a:xfrm>
            <a:off x="333925" y="1249513"/>
            <a:ext cx="3662100" cy="9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2" name="Google Shape;292;p37"/>
          <p:cNvSpPr txBox="1"/>
          <p:nvPr>
            <p:ph idx="2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93" name="Google Shape;293;p37"/>
          <p:cNvSpPr txBox="1"/>
          <p:nvPr>
            <p:ph idx="3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94" name="Google Shape;294;p37"/>
          <p:cNvSpPr txBox="1"/>
          <p:nvPr>
            <p:ph idx="4" type="body"/>
          </p:nvPr>
        </p:nvSpPr>
        <p:spPr>
          <a:xfrm>
            <a:off x="333925" y="3184176"/>
            <a:ext cx="67908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5" name="Google Shape;295;p37"/>
          <p:cNvSpPr txBox="1"/>
          <p:nvPr>
            <p:ph idx="5" type="body"/>
          </p:nvPr>
        </p:nvSpPr>
        <p:spPr>
          <a:xfrm>
            <a:off x="333925" y="2737776"/>
            <a:ext cx="67908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6" name="Google Shape;296;p37"/>
          <p:cNvSpPr txBox="1"/>
          <p:nvPr>
            <p:ph idx="6" type="body"/>
          </p:nvPr>
        </p:nvSpPr>
        <p:spPr>
          <a:xfrm>
            <a:off x="333925" y="2291377"/>
            <a:ext cx="67908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ype">
  <p:cSld name="BIG_NUMBER">
    <p:bg>
      <p:bgPr>
        <a:solidFill>
          <a:schemeClr val="lt2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8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9" name="Google Shape;299;p38"/>
          <p:cNvSpPr txBox="1"/>
          <p:nvPr/>
        </p:nvSpPr>
        <p:spPr>
          <a:xfrm>
            <a:off x="2479675" y="2285400"/>
            <a:ext cx="4184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Questions?</a:t>
            </a:r>
            <a:endParaRPr sz="2800">
              <a:solidFill>
                <a:schemeClr val="lt1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grpSp>
        <p:nvGrpSpPr>
          <p:cNvPr id="300" name="Google Shape;300;p38"/>
          <p:cNvGrpSpPr/>
          <p:nvPr/>
        </p:nvGrpSpPr>
        <p:grpSpPr>
          <a:xfrm rot="300150">
            <a:off x="1277165" y="536719"/>
            <a:ext cx="6594752" cy="4068617"/>
            <a:chOff x="1277284" y="536521"/>
            <a:chExt cx="6594691" cy="4068580"/>
          </a:xfrm>
        </p:grpSpPr>
        <p:grpSp>
          <p:nvGrpSpPr>
            <p:cNvPr id="301" name="Google Shape;301;p38"/>
            <p:cNvGrpSpPr/>
            <p:nvPr/>
          </p:nvGrpSpPr>
          <p:grpSpPr>
            <a:xfrm>
              <a:off x="1277284" y="891662"/>
              <a:ext cx="6594077" cy="3357715"/>
              <a:chOff x="1277284" y="891662"/>
              <a:chExt cx="6594077" cy="3357715"/>
            </a:xfrm>
          </p:grpSpPr>
          <p:sp>
            <p:nvSpPr>
              <p:cNvPr id="302" name="Google Shape;302;p38"/>
              <p:cNvSpPr/>
              <p:nvPr/>
            </p:nvSpPr>
            <p:spPr>
              <a:xfrm rot="-2190">
                <a:off x="6458566" y="1876325"/>
                <a:ext cx="1412700" cy="1390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303" name="Google Shape;303;p38"/>
              <p:cNvSpPr/>
              <p:nvPr/>
            </p:nvSpPr>
            <p:spPr>
              <a:xfrm flipH="1" rot="-2453">
                <a:off x="1277283" y="893727"/>
                <a:ext cx="4625401" cy="3354000"/>
              </a:xfrm>
              <a:prstGeom prst="snip1Rect">
                <a:avLst>
                  <a:gd fmla="val 49693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304" name="Google Shape;304;p38"/>
              <p:cNvSpPr/>
              <p:nvPr/>
            </p:nvSpPr>
            <p:spPr>
              <a:xfrm flipH="1" rot="10797547">
                <a:off x="3245660" y="893312"/>
                <a:ext cx="4625701" cy="3354000"/>
              </a:xfrm>
              <a:prstGeom prst="snip1Rect">
                <a:avLst>
                  <a:gd fmla="val 49663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305" name="Google Shape;305;p38"/>
              <p:cNvSpPr/>
              <p:nvPr/>
            </p:nvSpPr>
            <p:spPr>
              <a:xfrm rot="-2190">
                <a:off x="1277395" y="1877958"/>
                <a:ext cx="1412700" cy="1390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306" name="Google Shape;306;p38"/>
            <p:cNvSpPr/>
            <p:nvPr/>
          </p:nvSpPr>
          <p:spPr>
            <a:xfrm rot="-4517241">
              <a:off x="1416960" y="705331"/>
              <a:ext cx="1386770" cy="136158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  <p:sp>
          <p:nvSpPr>
            <p:cNvPr id="307" name="Google Shape;307;p38"/>
            <p:cNvSpPr/>
            <p:nvPr/>
          </p:nvSpPr>
          <p:spPr>
            <a:xfrm rot="6281922">
              <a:off x="6346470" y="3074659"/>
              <a:ext cx="1384510" cy="1363185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308" name="Google Shape;308;p38"/>
          <p:cNvSpPr txBox="1"/>
          <p:nvPr>
            <p:ph type="title"/>
          </p:nvPr>
        </p:nvSpPr>
        <p:spPr>
          <a:xfrm>
            <a:off x="2479675" y="2285400"/>
            <a:ext cx="4184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9" name="Google Shape;309;p38"/>
          <p:cNvSpPr txBox="1"/>
          <p:nvPr>
            <p:ph idx="1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10" name="Google Shape;310;p38"/>
          <p:cNvSpPr txBox="1"/>
          <p:nvPr>
            <p:ph idx="2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 type="blank">
  <p:cSld name="BLANK">
    <p:bg>
      <p:bgPr>
        <a:solidFill>
          <a:schemeClr val="lt1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9"/>
          <p:cNvSpPr txBox="1"/>
          <p:nvPr>
            <p:ph idx="12" type="sldNum"/>
          </p:nvPr>
        </p:nvSpPr>
        <p:spPr>
          <a:xfrm>
            <a:off x="8318025" y="20555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3" name="Google Shape;313;p39"/>
          <p:cNvSpPr txBox="1"/>
          <p:nvPr>
            <p:ph idx="1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14" name="Google Shape;314;p39"/>
          <p:cNvSpPr txBox="1"/>
          <p:nvPr>
            <p:ph idx="2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475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475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●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○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■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●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○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■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●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○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■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0"/>
          <p:cNvSpPr txBox="1"/>
          <p:nvPr>
            <p:ph type="ctrTitle"/>
          </p:nvPr>
        </p:nvSpPr>
        <p:spPr>
          <a:xfrm>
            <a:off x="1825463" y="1395827"/>
            <a:ext cx="54948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24242"/>
                </a:solidFill>
                <a:highlight>
                  <a:srgbClr val="FFFFFF"/>
                </a:highlight>
                <a:latin typeface="Merriweather SemiBold"/>
                <a:ea typeface="Merriweather SemiBold"/>
                <a:cs typeface="Merriweather SemiBold"/>
                <a:sym typeface="Merriweather SemiBold"/>
              </a:rPr>
              <a:t>Hands-On GenAI: LLMs, RAGs, and Agentic Systems for Beginners</a:t>
            </a:r>
            <a:endParaRPr sz="2900">
              <a:solidFill>
                <a:srgbClr val="424242"/>
              </a:solidFill>
              <a:highlight>
                <a:srgbClr val="FFFFFF"/>
              </a:highlight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424242"/>
                </a:solidFill>
                <a:highlight>
                  <a:srgbClr val="FFFFFF"/>
                </a:highlight>
                <a:latin typeface="EB Garamond SemiBold"/>
                <a:ea typeface="EB Garamond SemiBold"/>
                <a:cs typeface="EB Garamond SemiBold"/>
                <a:sym typeface="EB Garamond SemiBold"/>
              </a:rPr>
              <a:t>Final Day</a:t>
            </a:r>
            <a:endParaRPr sz="1900">
              <a:solidFill>
                <a:srgbClr val="424242"/>
              </a:solidFill>
              <a:highlight>
                <a:srgbClr val="FFFFFF"/>
              </a:highlight>
              <a:latin typeface="EB Garamond SemiBold"/>
              <a:ea typeface="EB Garamond SemiBold"/>
              <a:cs typeface="EB Garamond SemiBold"/>
              <a:sym typeface="EB Garamond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40"/>
          <p:cNvSpPr txBox="1"/>
          <p:nvPr>
            <p:ph idx="1" type="subTitle"/>
          </p:nvPr>
        </p:nvSpPr>
        <p:spPr>
          <a:xfrm>
            <a:off x="1823738" y="3335327"/>
            <a:ext cx="5494800" cy="5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Adya Bhat and Tejas Venugopalan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1"/>
          <p:cNvSpPr txBox="1"/>
          <p:nvPr>
            <p:ph type="title"/>
          </p:nvPr>
        </p:nvSpPr>
        <p:spPr>
          <a:xfrm>
            <a:off x="311700" y="2150850"/>
            <a:ext cx="8520600" cy="7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navigate </a:t>
            </a:r>
            <a:r>
              <a:rPr lang="en"/>
              <a:t>your college life?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2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CGPA (How Imp it is?)</a:t>
            </a:r>
            <a:endParaRPr/>
          </a:p>
        </p:txBody>
      </p:sp>
      <p:sp>
        <p:nvSpPr>
          <p:cNvPr id="331" name="Google Shape;331;p42"/>
          <p:cNvSpPr txBox="1"/>
          <p:nvPr>
            <p:ph idx="1" type="body"/>
          </p:nvPr>
        </p:nvSpPr>
        <p:spPr>
          <a:xfrm>
            <a:off x="262500" y="1278950"/>
            <a:ext cx="8520600" cy="16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/>
              <a:t>Study Slides </a:t>
            </a:r>
            <a:r>
              <a:rPr lang="en"/>
              <a:t>thoroughly. 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/>
              <a:t>Some courses (especially math related solve problems beforehand). 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/>
              <a:t>Never leave any ISA or any small graded test/ assignment. 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/>
              <a:t>Make sure you are thorough with fundamentals.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3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Clubs (should you join or not) </a:t>
            </a:r>
            <a:endParaRPr/>
          </a:p>
        </p:txBody>
      </p:sp>
      <p:sp>
        <p:nvSpPr>
          <p:cNvPr id="337" name="Google Shape;337;p43"/>
          <p:cNvSpPr txBox="1"/>
          <p:nvPr>
            <p:ph idx="1" type="body"/>
          </p:nvPr>
        </p:nvSpPr>
        <p:spPr>
          <a:xfrm>
            <a:off x="311700" y="1152475"/>
            <a:ext cx="85206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/>
              <a:t>Short ans, def no 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/>
              <a:t>Clubs are just for fun or to make new friends. 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/>
              <a:t>And if u have a little bit speaking issue, like public </a:t>
            </a:r>
            <a:r>
              <a:rPr lang="en"/>
              <a:t>speaking</a:t>
            </a:r>
            <a:r>
              <a:rPr lang="en"/>
              <a:t> or sort, you can join these </a:t>
            </a:r>
            <a:r>
              <a:rPr lang="en"/>
              <a:t>clubs</a:t>
            </a:r>
            <a:r>
              <a:rPr lang="en"/>
              <a:t> and try to improve a </a:t>
            </a:r>
            <a:r>
              <a:rPr lang="en"/>
              <a:t>little</a:t>
            </a:r>
            <a:r>
              <a:rPr lang="en"/>
              <a:t> bit on that. 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/>
              <a:t>But from placements/ masters POV, not that useful.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4"/>
          <p:cNvSpPr txBox="1"/>
          <p:nvPr>
            <p:ph type="title"/>
          </p:nvPr>
        </p:nvSpPr>
        <p:spPr>
          <a:xfrm>
            <a:off x="311700" y="445025"/>
            <a:ext cx="85206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/>
              <a:t>Projects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44"/>
          <p:cNvSpPr txBox="1"/>
          <p:nvPr>
            <p:ph idx="1" type="body"/>
          </p:nvPr>
        </p:nvSpPr>
        <p:spPr>
          <a:xfrm>
            <a:off x="311700" y="1152475"/>
            <a:ext cx="8520600" cy="20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/>
              <a:t>Choose a real world problem.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/>
              <a:t>Ideate and choose the best possible tech stack.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/>
              <a:t>Break it into sub-problems. 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/>
              <a:t>Start coding :)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/>
              <a:t>They play a very very crucial role on resume.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/>
              <a:t>So do all projects by yourself, don’t plagiarise this at any cost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/>
              <a:t>Most College course projects are enough if you understand and do it by yourself.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5"/>
          <p:cNvSpPr txBox="1"/>
          <p:nvPr>
            <p:ph type="title"/>
          </p:nvPr>
        </p:nvSpPr>
        <p:spPr>
          <a:xfrm>
            <a:off x="311700" y="445025"/>
            <a:ext cx="85206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/>
              <a:t>DSA (Leetcode, Codeforces)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45"/>
          <p:cNvSpPr txBox="1"/>
          <p:nvPr>
            <p:ph idx="1" type="body"/>
          </p:nvPr>
        </p:nvSpPr>
        <p:spPr>
          <a:xfrm>
            <a:off x="311700" y="1960550"/>
            <a:ext cx="8520600" cy="175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/>
              <a:t>Most important aspect of preparation. 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/>
              <a:t>Asked in </a:t>
            </a:r>
            <a:r>
              <a:rPr lang="en"/>
              <a:t>almost</a:t>
            </a:r>
            <a:r>
              <a:rPr lang="en"/>
              <a:t> every OA.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/>
              <a:t>Usually, Advanced Leetcode is usually asked between ctc 10-20 lpa. 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/>
              <a:t>Usually, </a:t>
            </a:r>
            <a:r>
              <a:rPr lang="en"/>
              <a:t>Advanced CodeForces is asked for ctc above 20 lpa. 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/>
              <a:t>Read the problem carefully, identify the best data structure to store data and the best algorithm to traverse the data and then code.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6"/>
          <p:cNvSpPr txBox="1"/>
          <p:nvPr>
            <p:ph type="title"/>
          </p:nvPr>
        </p:nvSpPr>
        <p:spPr>
          <a:xfrm>
            <a:off x="311700" y="445025"/>
            <a:ext cx="85206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/>
              <a:t>Roadmaps (Like do this much by this sem)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46"/>
          <p:cNvSpPr txBox="1"/>
          <p:nvPr>
            <p:ph idx="1" type="body"/>
          </p:nvPr>
        </p:nvSpPr>
        <p:spPr>
          <a:xfrm>
            <a:off x="311700" y="1152475"/>
            <a:ext cx="8520600" cy="32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 1: </a:t>
            </a:r>
            <a:endParaRPr/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Maintain 9+ always. 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Explore Clubs, Aatmatrisha, make senior friends. 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Be </a:t>
            </a:r>
            <a:r>
              <a:rPr lang="en"/>
              <a:t>thorough</a:t>
            </a:r>
            <a:r>
              <a:rPr lang="en"/>
              <a:t> with python, c and one Object Oriented Programming Language (C++ or JAVA)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Year 2: </a:t>
            </a:r>
            <a:endParaRPr/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Maintain 9+.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Start serious Leetcoding, (strivers sheet)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Do all projects (web tech, OS, CN very well to a good scale) 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Learn one frontend </a:t>
            </a:r>
            <a:r>
              <a:rPr lang="en"/>
              <a:t>framework</a:t>
            </a:r>
            <a:r>
              <a:rPr lang="en"/>
              <a:t> and one backend framework </a:t>
            </a:r>
            <a:r>
              <a:rPr lang="en"/>
              <a:t>thoroughly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7"/>
          <p:cNvSpPr txBox="1"/>
          <p:nvPr>
            <p:ph type="title"/>
          </p:nvPr>
        </p:nvSpPr>
        <p:spPr>
          <a:xfrm>
            <a:off x="311700" y="445025"/>
            <a:ext cx="85206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Roadmaps (Like do this much by this sem)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47"/>
          <p:cNvSpPr txBox="1"/>
          <p:nvPr>
            <p:ph idx="1" type="body"/>
          </p:nvPr>
        </p:nvSpPr>
        <p:spPr>
          <a:xfrm>
            <a:off x="311700" y="1152475"/>
            <a:ext cx="8520600" cy="23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 3: </a:t>
            </a:r>
            <a:endParaRPr/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Maintain 9+ always. 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Ditch Clubs, Aatmatrisha, ditch friends. 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If you </a:t>
            </a:r>
            <a:r>
              <a:rPr lang="en"/>
              <a:t>have not</a:t>
            </a:r>
            <a:r>
              <a:rPr lang="en"/>
              <a:t> maintained a good CG, choose easy electives and boost it up. 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If u havent </a:t>
            </a:r>
            <a:r>
              <a:rPr lang="en"/>
              <a:t>started</a:t>
            </a:r>
            <a:r>
              <a:rPr lang="en"/>
              <a:t> DSA, high time, start it pretty soon.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If u hv then well and good u hv a chance to get summer internship.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8"/>
          <p:cNvSpPr txBox="1"/>
          <p:nvPr>
            <p:ph type="title"/>
          </p:nvPr>
        </p:nvSpPr>
        <p:spPr>
          <a:xfrm>
            <a:off x="311700" y="445025"/>
            <a:ext cx="8520600" cy="23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Interview Tips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48"/>
          <p:cNvSpPr txBox="1"/>
          <p:nvPr>
            <p:ph idx="1" type="body"/>
          </p:nvPr>
        </p:nvSpPr>
        <p:spPr>
          <a:xfrm>
            <a:off x="311700" y="1152475"/>
            <a:ext cx="8520600" cy="35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Keep speaking during your interview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2. Do Not try to yap wrong or just drag the convo they will understand when you are doing that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3. At the end of the interview </a:t>
            </a:r>
            <a:r>
              <a:rPr lang="en"/>
              <a:t>don't</a:t>
            </a:r>
            <a:r>
              <a:rPr lang="en"/>
              <a:t> say "how did I do" or ask for feedback, instead ask them about their work, their personal projects , they will love it.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4. Explain with examples wherever possible- not too much technical jargons in your head AND you can make the interview lighter for the interviewer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5. Keep asking questions- when they give you a question/situation, ask them what assumptions, practical applications and constraints in case it is a DSA question.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9"/>
          <p:cNvSpPr txBox="1"/>
          <p:nvPr>
            <p:ph type="title"/>
          </p:nvPr>
        </p:nvSpPr>
        <p:spPr>
          <a:xfrm>
            <a:off x="311700" y="445025"/>
            <a:ext cx="8520600" cy="23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49"/>
          <p:cNvSpPr txBox="1"/>
          <p:nvPr>
            <p:ph idx="1" type="body"/>
          </p:nvPr>
        </p:nvSpPr>
        <p:spPr>
          <a:xfrm>
            <a:off x="311700" y="1152475"/>
            <a:ext cx="8520600" cy="383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/>
              <a:t>DSA: </a:t>
            </a:r>
            <a:r>
              <a:rPr lang="en"/>
              <a:t>https://takeuforward.org/strivers-a2z-dsa-course/strivers-a2z-dsa-course-sheet-2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2.   System Design: </a:t>
            </a:r>
            <a:r>
              <a:rPr lang="en"/>
              <a:t>https://github.com/donnemartin/system-design-primer?tab=readme-ov-file#system-design-topics-start-here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3. HLD: </a:t>
            </a:r>
            <a:r>
              <a:rPr lang="en"/>
              <a:t>https://medium.com/@shivambhadani_/system-design-for-beginners-everything-you-need-in-one-article-c74eb702540b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4. LLD: https://codewitharyan.com/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5.  For CSE core, refer to GFG (especially be thorough with CN, OS and DBMS)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0"/>
          <p:cNvSpPr txBox="1"/>
          <p:nvPr>
            <p:ph type="title"/>
          </p:nvPr>
        </p:nvSpPr>
        <p:spPr>
          <a:xfrm>
            <a:off x="311700" y="2150850"/>
            <a:ext cx="8520600" cy="7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Adya’s Placement </a:t>
            </a:r>
            <a:r>
              <a:rPr lang="en"/>
              <a:t>Experience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1"/>
          <p:cNvSpPr txBox="1"/>
          <p:nvPr>
            <p:ph type="title"/>
          </p:nvPr>
        </p:nvSpPr>
        <p:spPr>
          <a:xfrm>
            <a:off x="311700" y="2150850"/>
            <a:ext cx="8520600" cy="7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Tejas’ Placement Experience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2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Extending your Projects</a:t>
            </a:r>
            <a:endParaRPr/>
          </a:p>
        </p:txBody>
      </p:sp>
      <p:sp>
        <p:nvSpPr>
          <p:cNvPr id="389" name="Google Shape;389;p52"/>
          <p:cNvSpPr txBox="1"/>
          <p:nvPr>
            <p:ph idx="1" type="body"/>
          </p:nvPr>
        </p:nvSpPr>
        <p:spPr>
          <a:xfrm>
            <a:off x="311700" y="1152475"/>
            <a:ext cx="8520600" cy="9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/>
              <a:t>Detailed error/ exception handling, handling of missing data, printing user friendly messages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/>
              <a:t>Adding front end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3"/>
          <p:cNvSpPr txBox="1"/>
          <p:nvPr>
            <p:ph type="title"/>
          </p:nvPr>
        </p:nvSpPr>
        <p:spPr>
          <a:xfrm>
            <a:off x="311700" y="2150850"/>
            <a:ext cx="8520600" cy="7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esson 1">
  <a:themeElements>
    <a:clrScheme name="Simple Light">
      <a:dk1>
        <a:srgbClr val="137C3F"/>
      </a:dk1>
      <a:lt1>
        <a:srgbClr val="FFFCF5"/>
      </a:lt1>
      <a:dk2>
        <a:srgbClr val="146AEB"/>
      </a:dk2>
      <a:lt2>
        <a:srgbClr val="FBA084"/>
      </a:lt2>
      <a:accent1>
        <a:srgbClr val="000000"/>
      </a:accent1>
      <a:accent2>
        <a:srgbClr val="FFFFB3"/>
      </a:accent2>
      <a:accent3>
        <a:srgbClr val="B6D7A8"/>
      </a:accent3>
      <a:accent4>
        <a:srgbClr val="A4C2F4"/>
      </a:accent4>
      <a:accent5>
        <a:srgbClr val="B6D7A8"/>
      </a:accent5>
      <a:accent6>
        <a:srgbClr val="B4A7D6"/>
      </a:accent6>
      <a:hlink>
        <a:srgbClr val="146AE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